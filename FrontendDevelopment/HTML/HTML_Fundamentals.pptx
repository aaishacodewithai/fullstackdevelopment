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74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566160"/>
            <a:ext cx="4754880" cy="4754880"/>
          </a:xfrm>
          <a:prstGeom prst="ellipse">
            <a:avLst/>
          </a:prstGeom>
          <a:solidFill>
            <a:srgbClr val="FBD3B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2926080" cy="29260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DEMONSTRATION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Fundamentals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structure of the web — one concept at a time.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Basics · Part 1 of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74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7401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Fundamentals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internet actually works, before we touch any code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Internet?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huge network of computers around the world, all connected together so they can share data. Every website you visit travels across this network.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CEE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204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world's largest set of connected roads — data is the traffic.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that responds to requests from clients. Good servers run 24/7 so a website is always available.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Google's servers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Amazon's servers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hosting provider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 that requests data or information from a server. If you're browsing the web, your device is the client.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mobile phone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laptop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tablet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Web Development?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building and maintaining websites for the internet. It's one of the most in-demand skill areas in all of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Request–Response Cycle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(the client) request a page — say amazon.in. Your request travels to Amazon's server, which responds by sending back HTML, CSS, and JavaScript for your browser to display.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CEE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204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request → response loop happens every single time you load a webpage.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Building Blocks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website is built from three core technologies, each with its own job.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 →  Structure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  →  Style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    →  Functionality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74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7401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Tags &amp; Text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used to structure every webpage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Tag?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keywords wrapped in angle brackets that define the structure and meaning of content on a page.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ANATOMY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Opening tag:  &lt;tagname&gt;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tag:  &lt;/tagname&gt;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Self-closing: &lt;tagname/&gt;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Paragraph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write a block of paragraph text — like the line you're reading right now.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2468880"/>
          </a:xfrm>
          <a:prstGeom prst="roundRect">
            <a:avLst>
              <a:gd name="adj" fmla="val 4444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Aaisha Jha.&lt;/p&gt;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2395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C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2976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4572000"/>
            <a:ext cx="4782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Aaisha Jha.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Bold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text bold, useful for highlighting important words.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2468880"/>
          </a:xfrm>
          <a:prstGeom prst="roundRect">
            <a:avLst>
              <a:gd name="adj" fmla="val 4444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&lt;b&gt;Bold&lt;/b&gt;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2395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C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2976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4572000"/>
            <a:ext cx="4782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𝐁𝐨𝐥𝐝  (renders bold)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Italic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Slants text slightly, another way to highlight or emphasize text.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2468880"/>
          </a:xfrm>
          <a:prstGeom prst="roundRect">
            <a:avLst>
              <a:gd name="adj" fmla="val 4444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&lt;i&gt;Italic&lt;/i&gt;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2395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C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2976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4572000"/>
            <a:ext cx="4782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 (renders slanted)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Underline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line under the text, a third option for highlighting.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2468880"/>
          </a:xfrm>
          <a:prstGeom prst="roundRect">
            <a:avLst>
              <a:gd name="adj" fmla="val 4444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&lt;u&gt;Underline&lt;/u&gt;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2395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C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2976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4572000"/>
            <a:ext cx="4782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 (renders underlined)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Tags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headings at different importance levels, making content easier to scan. Levels run h1–h6, though h1–h4 (occasionally h5) are what's normally used.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2468880"/>
          </a:xfrm>
          <a:prstGeom prst="roundRect">
            <a:avLst>
              <a:gd name="adj" fmla="val 4444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&lt;h1&gt;Introduction&lt;/h1&gt;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2395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C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2976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4572000"/>
            <a:ext cx="4782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(large, bold heading)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numbered list. Items go inside &lt;li&gt; tags nested within &lt;ol&gt;.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2468880"/>
          </a:xfrm>
          <a:prstGeom prst="roundRect">
            <a:avLst>
              <a:gd name="adj" fmla="val 4444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&lt;li&gt;Books&lt;/li&gt;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&lt;li&gt;Pen&lt;/li&gt;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2395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C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2976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4572000"/>
            <a:ext cx="4782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Books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Unordered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bullet-point list. Items go inside &lt;li&gt; tags nested within &lt;ul&gt;.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2468880"/>
          </a:xfrm>
          <a:prstGeom prst="roundRect">
            <a:avLst>
              <a:gd name="adj" fmla="val 4444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&lt;li&gt;Rice&lt;/li&gt;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&lt;li&gt;Flour&lt;/li&gt;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2395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C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2976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4572000"/>
            <a:ext cx="4782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Rice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clickable link — either absolute (a full internet address) or relative (a link to your own other files).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href="Day1.html"&gt;Relative link&lt;/a&gt;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href="https://google.com"&gt;Absolute link&lt;/a&gt;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an image, absolute or relative. It's self-closing, so no closing tag is needed.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src="Logo.jpg"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alt="Logo"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height="250px"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width="250px"&gt;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Line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line inside long paragraphs, keeping content readable. It's also self-closing.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&lt;p&gt;Line one.&lt;br&gt;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two.&lt;/p&gt;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Rule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thematic break between sections of content — a clean way to separate ideas. Also self-closing.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&lt;p&gt;Section one.&lt;/p&gt;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&lt;p&gt;Section two.&lt;/p&gt;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74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7401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Boilerplate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 skeleton every HTML document starts from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Boilerplate?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starter template every HTML page needs to work correctly in modern browsers. It's the standard starting point for any page.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CEE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204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in most code editors, type '!' and press Tab to auto-generate this whole boilerplate.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Boilerplate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every HTML file starts with, before any real content is added.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BOILERPLATE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&lt;meta charset="UTF-8"&gt;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&lt;meta name="viewport"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content="width=device-width,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initial-scale=1.0"&gt;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&lt;!DOCTYPE html&gt;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browser this document is written in HTML5, the latest version of HTML — so it displays correctly.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&lt;html&gt; and the lang Attribute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 is the root element — everything else lives inside it. The lang attribute tells browsers, search engines, and screen readers what language the page is 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CEE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lang doesn't translate the page — it just labels its primary language.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&lt;head&gt; Section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information about the page — not visible content. It typically contains the title, meta tags, and links to CSS/JS.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tags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&amp; JS links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Favicon (icon)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charset="UTF-8"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store text as binary — character encoding is the standard that maps those numbers to characters. UTF-8 supports nearly every character, symbol, and emoji correctly.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CEE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204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some characters can show up as strange symbols or question marks.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Viewport Meta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webpage responsive across devices — phones, tablets, laptops. Without it, pages may not display properly on smaller screens.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name="viewport"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content="width=device-width,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initial-scale=1.0"&gt;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&lt;title&gt;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page's title. It appears on the browser tab, in bookmarks, and in search engine results.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&lt;title&gt;My Portfolio&lt;/title&gt;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&lt;body&gt; Tag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every piece of visible content on the page — everything a user actually sees.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Headings   Paragraphs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     Lists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Forms      Tables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74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7401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&amp; Special Elements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content is organized, grouped, and given meaning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vs Body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documents split into two sections: the head (page info, not shown to users) and the body (everything visible).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vs BODY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          &lt;body&gt;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title, meta     headings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link, script    paragraphs,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style, base     images, forms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vs Block Elements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elements take up the full width and always start on a new line. Inline elements only take the width they need and stay on the same line.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CEE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204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&lt;a&gt; and image &lt;img&gt; tags are both inline elements.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 vs Span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is a block-level container used to group other tags together. &lt;span&gt; does the same job, but inline.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vs SPAN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   → block, groups content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  → inline, groups content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TAG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Superscript &amp; Subscript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Superscript raises small text above the line (great for powers). Subscript drops small text below the line (great for formulas).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&lt;sup&gt; / &lt;sub&gt;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2468880"/>
          </a:xfrm>
          <a:prstGeom prst="roundRect">
            <a:avLst>
              <a:gd name="adj" fmla="val 4444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(a+b)&lt;sup&gt;2&lt;/sup&gt;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H&lt;sub&gt;2&lt;/sub&gt;O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2395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CE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2976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4572000"/>
            <a:ext cx="4782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(a+b)²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vs Non-Semantic Markup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describe the meaning of their content, making pages more structured, SEO-friendly, and readable. Non-semantic tags (like div/span) carry no built-in meaning.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Semantic Tags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tags describe the role each section of a page plays.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 top block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     links block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    main body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 independent post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related group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   side content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  bottom block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Entities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codes for characters that are reserved in HTML or can't be typed directly, ensuring the browser displays them correctly.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&amp;amp;    →  &amp;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&amp;lt;     →  &lt;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&amp;gt;     →  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&amp;quot;   →  "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&amp;hearts; →  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Emmet Shortcuts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toolkit of short abbreviations that expand into full HTML/CSS code — a huge time-saver while coding.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EMMET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         → HTML boilerplate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ul&gt;li*3    → 3-item list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nav&gt;ul&gt;li*4&gt;a → nav w/ 4 links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74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7401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&amp; Forms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data and collecting input from users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in HTML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represent real-life table data using rows and columns — think spreadsheets, schedules, or student lists.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 in Tables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have their own semantic structure, dividing the table into logical parts.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  table header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&lt;tbody&gt;  table body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&lt;tfoot&gt;  table footer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ATTRIBUTE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Colspan &amp; Rowspan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create cells that stretch across multiple rows or columns — handy for headers that span several columns.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— Collecting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let a webpage collect information from a user, like a sign-up or login form.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ATTRIBUTE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action Attribute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should happen when a form is submitted, and where the form's data should be sent.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action="/action.php"&gt;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Elements &amp; Types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&lt;input&gt; tag creates form controls. The type attribute decides what kind of control it becomes.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    number    password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   time      color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Placeholder &amp; Label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shows a short hint inside an empty field. Label gives an input field its caption, improving accessibility.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&lt;label&gt;Username&lt;/label&gt;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placeholder="Enter username"&gt;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 &amp; Their Types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clickable button — for submitting forms, running JavaScript, or other interactions.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CEE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can also be made with &lt;input&gt;, but &lt;button&gt; is generally the better choice.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  (default)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Checkbox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user select one or more options from a set of choices. Add 'checked' to make it selected by default.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type="checkbox" checked&gt;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am 18+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Button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user select only one option from a predefined set of choices.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 name="gender"&gt;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 / Female / Other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Dropdown (Select)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&lt;select&gt; and nested &lt;option&gt; tags, letting users pick one value from a list.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&lt;option&gt;City 1&lt;/option&gt;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&lt;option&gt;City 2&lt;/option&gt;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Slider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slider that lets users pick a numeric value from a continuous range — perfect when the exact value doesn't matter much.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CEE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volume, brightness, zoom level.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type="range"&gt;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E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Textarea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multi-line text box for longer free-form input, like comments, feedback, or reviews.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401E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feedback here...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&lt;/textarea&gt;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C7401E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74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HTML!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done — next up, we make it beautiful with CSS.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with: CSS Fundamentals (Part 2 of 2)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2026-08-04T09:15:44Z</dcterms:created>
  <dcterms:modified xsi:type="dcterms:W3CDTF">2026-08-04T09:15:44Z</dcterms:modified>
</cp:coreProperties>
</file>