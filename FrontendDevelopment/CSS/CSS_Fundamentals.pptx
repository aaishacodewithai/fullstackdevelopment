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566160"/>
            <a:ext cx="4754880" cy="4754880"/>
          </a:xfrm>
          <a:prstGeom prst="ellipse">
            <a:avLst/>
          </a:prstGeom>
          <a:solidFill>
            <a:srgbClr val="C9D6F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480560"/>
            <a:ext cx="2926080" cy="29260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DEMONSTRATION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Fundamentals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the web — colors, text, selectors, and the box model.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Basics · Part 2 of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FC4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Fundamentals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CSS is, and the three ways to add it to a page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CSS?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is a language used to describe how HTML content should look — on screen, on paper, or even read aloud. HTML gives structure; CSS gives style.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CSS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CSS rule follows the same pattern: a selector chooses what to style, a property is what you're changing, and a value is the setting.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1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= selector · color = property · red = value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Styles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written directly on a single HTML element, using the style attribute.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style="color:red;"&gt;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Apna College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Stylesheet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added inside a &lt;style&gt; tag, placed in the document's &lt;head&gt;.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h1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red;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Stylesheet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written in its own separate file, then linked to the HTML file. This is the most popular approach in real projects.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&lt;link rel="stylesheet"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href="style.css"&gt;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FC4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Colors &amp; Text Styling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Coloring elements and shaping how text looks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color Property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foreground (text) color of an element.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blue;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#ff0000;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rgb(214, 122, 127);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background-color Property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background color behind an element's content.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background-color: purple;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background-color: #00f0ff;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Colors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recognize around 140 built-in color names you can type directly.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   blue   green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aqua   pink   yellow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RGB Colors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 color by mixing Red, Green, and Blue values, each from 0–255.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rgb(255, 0, 0)   → red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rgb(0, 255, 0)   → green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rgb(0, 0, 0)     → black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Hex Codes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six-character code (0–9, a–f) representing a color — one of the most common formats used in real projects.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#000000  → black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  → white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#0000ff  → blue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text-align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text horizontally within its container.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text-align: left;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text-align: center;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text-align: right;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text-align: justify;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font-weight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bold or light text appears, on a scale from 100–900 (400 = normal, above 400 = bold).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font-weight: 400;  /* normal */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font-weight: 700;  /* bold */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text-decoration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or removes decorative lines on text, like underlines or strikethroughs.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1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rule is the classic way to remove the default underline from links.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text-decoration: underline;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text-decoration: line-through;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{ text-decoration: none; 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line-height &amp; letter-spacing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line-height controls the vertical space between lines of text. letter-spacing controls the horizontal space between characters.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1.5;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32px;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letter-spacing: 2px;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font-size Units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 can be set in absolute units (fixed) or relative units (scale with context).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Absolute:  px  pt  pc  cm  mm  in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Relative:  %  em  rem  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font-family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typeface used for an element's text.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"Times New Roman";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sans-serif;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Roboto;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FC4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ways to target exactly which elements get styled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Selector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every single element in the document.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Selector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every element of a given type.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navy;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Selector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element by its unique id attribute. Always prefixed with a #.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#myId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green;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Selector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elements sharing a class attribute. Always prefixed with a dot.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.myclass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orange;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Descendant Selector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elements nested inside another element — written with a space between the two selectors.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1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every &lt;p&gt; that lives anywhere inside a &lt;div&gt;.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p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gray;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Sibling Combinator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 element that comes immediately after another, at the same level.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1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 &lt;h3&gt; that comes right after a &lt;p&gt;.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h3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h3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teal;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Combinator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direct children of another element.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1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&lt;button&gt; elements that are direct children of a &lt;span&gt;.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&gt; button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 &gt; button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Selector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elements based on the presence or value of an attribute.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[attr]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input[type="text"]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 gray;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added to a selector to target a special state of an element.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:active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:checked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:nth-of-type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Pseudo-Elements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added to a selector to style a specific part of an element.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::first-letter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::first-line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::selection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3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FC4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Cascade, Specificity &amp; Inheritance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browser decides which style rule actually wins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Cascade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same selector sets a property more than once, the cascade algorithm decides which declaration finally applies.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 Specificity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different selectors target the same element, specificity decides which one wins. Higher-weight selectors beat lower-weight 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1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specificity is equal, the browser falls back to the cascade (later rule wins).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ORDER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&gt;  class / attribute /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pseudo-class  &gt;  element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Style Specificity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 (written directly on an element) outrank everything else, including id selectors.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style  &gt;  id  &gt;  class /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 / pseudo-class  &gt;  element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!important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declaration to override everything else — the single highest-priority rule in a stylesheet. Used sparingly.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!important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 !important;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in CSS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properties automatically pass down from a parent element to its children.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1F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inherits — width, height, and border never do.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INHERITS DOWN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 p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└── ul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└── li  (inherits from div)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3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FC4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060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Box Model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element is really a box — here's what makes it up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Box Model?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on a page is a rectangular box made of content, padding, border, and margin, layered from the inside 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&amp; Width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size of an element's content area.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100px;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border around an element, controlled by width, style, and color.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border-width: 2px;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border-style: solid;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red;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Shorthand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width, style, and color into a single line.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red;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Sides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an individual side of the border independently.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border-left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border-left-color: black;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border-left-style: dashed;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 Radius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the corners of an element's border. At 50%, a square box becomes a circle.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15px;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50%; /* circle */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inside an element, between its content and its border.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padding-top: 10px;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 Shorthand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can set all four sides, or a shortened combination of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50px;            /* all */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1px 2px;         /* v | h */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1px 2px 3px 4px; /* T R B L */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outside an element's border, separating it from neighboring elements.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{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margin-left: 50px;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1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A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7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Shorthand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exact same pattern as padding shorthand — all four sides, or a shortened combination.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005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A3FC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239512" cy="3246120"/>
          </a:xfrm>
          <a:prstGeom prst="roundRect">
            <a:avLst>
              <a:gd name="adj" fmla="val 3380"/>
            </a:avLst>
          </a:prstGeom>
          <a:solidFill>
            <a:srgbClr val="1E1E28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37360"/>
            <a:ext cx="46908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margin: 50px;            /* all */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margin: 1px 2px;         /* v | h */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E9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margin: 1px 2px 3px 4px; /* T R B L */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6446520"/>
            <a:ext cx="320040" cy="54864"/>
          </a:xfrm>
          <a:prstGeom prst="rect">
            <a:avLst/>
          </a:prstGeom>
          <a:solidFill>
            <a:srgbClr val="1A3FC4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3F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That's CSS!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full beginner toolkit: structure with HTML, style with CSS.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Web Development Basics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2026-08-04T09:16:35Z</dcterms:created>
  <dcterms:modified xsi:type="dcterms:W3CDTF">2026-08-04T09:16:35Z</dcterms:modified>
</cp:coreProperties>
</file>